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CineAI — Movie Recommendation System
Presentation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DD"/>
                </a:solidFill>
              </a:rPr>
              <a:t>&gt; Format: Markdown slide deck (compatible with Marp, Slidev, or Reveal.js)  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&gt; Aspect ratio: 16:9 | Theme: Dark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🎬 CineAI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</a:rPr>
              <a:t>A Hybrid Movie Recommendation System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MovieLens Latest Small · Python · PyTorch · Streamlit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DD"/>
                </a:solidFill>
              </a:rPr>
              <a:t>&gt; "You've watched 800 movies. We still don't know what to show you next."</a:t>
            </a:r>
          </a:p>
          <a:p>
            <a:pPr algn="l"/>
            <a:r>
              <a:rPr sz="1800" b="1">
                <a:solidFill>
                  <a:srgbClr val="3B82F6"/>
                </a:solidFill>
              </a:rPr>
              <a:t>Challenges in Movie Recommendation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Sparsity: 98.3% of user-movie pairs are unobserved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Cold Start: New users have no history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Long Tail: Top 5% of movies get 80% of ratings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Scale: Must serve recommendations in &lt; 200ms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Dataset: MovieLens Latest Small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0240"/>
          <a:ext cx="9189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55321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🎬 Movies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9,742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👤 Users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610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⭐ Ratings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100,836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📅 Time span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1996 – 2018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🕳️ Sparsity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98.3%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⭐ Avg rating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3.50 / 5.0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EDA: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</a:rPr>
              <a:t>What the data tells us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1. 4.0 is the modal rating — users rate what they like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2. Drama + Comedy dominate — 45% of the catalog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3. Film-Noir rated highest — quality &gt; quantity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4. 12.8% cold-start users — &lt; 20 ratings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5. Power-law popularity — median movie has 3 ratings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D0FF"/>
                </a:solidFill>
              </a:rPr>
              <a:t>┌─────────────────────────────────────┐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│         Streamlit UI (CineAI)        │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└──────────────┬──────────────────────┘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               │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    ┌──────────▼──────────┐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    │   Hybrid Ranker      │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    │  CF 70% + CB 30%    │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    └──┬────────┬─────────┘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       │        │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  ┌────▼──┐  ┌──▼──────┐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  │ SVD   │  │ TF-IDF  │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  │  +    │  │ Content │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  │ NCF   │  │ Based   │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  └───────┘  └─────────┘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Cold-start branch: Pure content-based for users with &lt; 20 ratings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Model 1: Content-Based (TF-IDF)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</a:rPr>
              <a:t>How it works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1. Build "movie soup" = genres + release year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2. TF-IDF vectorise → 9,742 × vocabulary matrix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3. Pairwise cosine similarity → 9,742 × 9,742 matrix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4. Query: top-K most similar to user's seed movie</a:t>
            </a:r>
          </a:p>
          <a:p>
            <a:pPr algn="l"/>
            <a:r>
              <a:rPr sz="1800" b="1">
                <a:solidFill>
                  <a:srgbClr val="3B82F6"/>
                </a:solidFill>
              </a:rPr>
              <a:t>Strengths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✅ No interaction history needed (cold-start safe)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✅ Interpretable: explains recommendations via shared genres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✅ O(1) inference (pre-computed similarity matrix)</a:t>
            </a:r>
          </a:p>
          <a:p>
            <a:pPr algn="l"/>
            <a:r>
              <a:rPr sz="1800" b="1">
                <a:solidFill>
                  <a:srgbClr val="3B82F6"/>
                </a:solidFill>
              </a:rPr>
              <a:t>Weakness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❌ Ignores user-specific taste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Model 2: SVD (Matrix Factorisation)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</a:rPr>
              <a:t>How it works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$$R \approx U \cdot \Sigma \cdot V^T$$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1. Fill observed ratings into a 610 × 9,742 matrix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2. Truncated SVD → latent user/item factors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3. Reconstruct full matrix → predicted ratings for all pairs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4. Rank unseen movies by predicted score</a:t>
            </a:r>
          </a:p>
          <a:p>
            <a:pPr algn="l"/>
            <a:r>
              <a:rPr sz="1800" b="1">
                <a:solidFill>
                  <a:srgbClr val="3B82F6"/>
                </a:solidFill>
              </a:rPr>
              <a:t>Strengths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✅ Captures latent taste dimensions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✅ Provides RMSE-comparable rating predictions</a:t>
            </a:r>
          </a:p>
          <a:p>
            <a:pPr algn="l"/>
            <a:r>
              <a:rPr sz="1800" b="1">
                <a:solidFill>
                  <a:srgbClr val="3B82F6"/>
                </a:solidFill>
              </a:rPr>
              <a:t>Result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RMSE: 1.84 (rating prediction on hold-out)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Model 3: ALS (Implicit Feedback)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</a:rPr>
              <a:t>Key Idea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&gt; Treat ratings as confidence, not ground truth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$$c_{ui} = 1 + \alpha \cdot r_{ui}$$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Alternates between solving for user factors and item factors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Scales to millions of users (embarrassingly parallel)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Uses the implicit library (GPU-accelerated)</a:t>
            </a:r>
          </a:p>
          <a:p>
            <a:pPr algn="l"/>
            <a:r>
              <a:rPr sz="1800" b="1">
                <a:solidFill>
                  <a:srgbClr val="3B82F6"/>
                </a:solidFill>
              </a:rPr>
              <a:t>Advantage over SVD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Handles implicit signals — even a low rating is a signal of engagement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Model 4: Neural Collaborative Filtering (NCF)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</a:rPr>
              <a:t>Architecture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userId  → Embedding(32) ──┐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                            ├→ Concat → MLP(64→32→16→1) → Sigmoid</a:t>
            </a:r>
          </a:p>
          <a:p>
            <a:pPr algn="l"/>
            <a:r>
              <a:rPr sz="1400" b="0">
                <a:solidFill>
                  <a:srgbClr val="D0D0FF"/>
                </a:solidFill>
              </a:rPr>
              <a:t>movieId → Embedding(32) ──┘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Loss: Binary Cross-Entropy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Optimiser: Adam (lr=1e-3)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Epochs: 10 | Batch: 512</a:t>
            </a:r>
          </a:p>
          <a:p>
            <a:pPr algn="l"/>
            <a:r>
              <a:rPr sz="1800" b="1">
                <a:solidFill>
                  <a:srgbClr val="3B82F6"/>
                </a:solidFill>
              </a:rPr>
              <a:t>Why NCF?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&gt; Linear factor models (SVD/ALS) cannot capture non-linear user-item interactions — NCF learns arbitrary interaction functions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Hybrid Strategy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0240"/>
          <a:ext cx="91897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55321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Best Model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New user, no history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Content-Based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Active user, many ratings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SVD / NCF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Niche genre lover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Content-Based supplement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All users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Hybrid wins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Evaluation Protocol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0240"/>
          <a:ext cx="9189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55321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- K = 10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50 sampled test users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Measures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Precision@10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How exact are the recommendations?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Recall@10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How much of what's relevant was found?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NDCG@10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Are relevant items ranked higher?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HitRate@10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At least one relevant item in top-10?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MAP@10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Area under precision curve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Rating prediction accuracy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0240"/>
          <a:ext cx="119557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66060"/>
                <a:gridCol w="2766060"/>
                <a:gridCol w="27660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Precision@10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HitRate@10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Content-Based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0.042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0.42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SVD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1.84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NCF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CineAI: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</a:rPr>
              <a:t>Features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🔍 Search &amp; Recommend — Type any movie title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🎭 Browse by Genre — Explore curated genre sections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🖼️ Movie Posters — Live from OMDb API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📋 Detail View — Click any poster for cast + plot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🔄 Similar Movies — Clickable "More Like This"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⚙️ Settings — Theme toggle, cache control</a:t>
            </a:r>
          </a:p>
          <a:p>
            <a:pPr algn="l"/>
            <a:r>
              <a:rPr sz="1800" b="1">
                <a:solidFill>
                  <a:srgbClr val="3B82F6"/>
                </a:solidFill>
              </a:rPr>
              <a:t>Stack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Python · Streamlit · scikit-learn · PyTorch · implicit · OMDb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Limitations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0240"/>
          <a:ext cx="110337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88080"/>
                <a:gridCol w="36880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Fix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100k ratings only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Low CF signal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Use MovieLens 25M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Static models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Stale recommendations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Nightly retraining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No diversity enforcement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Filter bubble risk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MMR re-ranking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No A/B testing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Can't measure live quality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Feature flags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Cold-start CF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Poor new-user CF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MAML / meta-learning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Binary relevance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Ignores rating magnitude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Graded NDCG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</a:rPr>
              <a:t>Near-term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[ ] Scale to MovieLens 25M (25 million ratings)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[ ] BPR (Bayesian Personalised Ranking) loss for NCF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[ ] Leave-one-out evaluation for fairer comparison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[ ] Add user feedback loop (thumbs up/down in app)</a:t>
            </a:r>
          </a:p>
          <a:p>
            <a:pPr algn="l"/>
            <a:r>
              <a:rPr sz="1800" b="1">
                <a:solidFill>
                  <a:srgbClr val="3B82F6"/>
                </a:solidFill>
              </a:rPr>
              <a:t>Long-term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[ ] BERT4Rec — session-aware transformer recommender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[ ] Graph Neural Networks (NGCF / LightGCN)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[ ] Multi-modal — use movie poster embeddings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  •  [ ] Federated learning for privacy-preserving CF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</a:rPr>
              <a:t>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0240"/>
          <a:ext cx="9189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553212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EDA (9 figures)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✅ Complete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Content-Based (TF-IDF)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✅ Complete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SVD (Matrix Factorisation)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✅ Complete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ALS (Implicit CF)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✅ Complete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NCF (Neural CF)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✅ Complete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Hybrid Ranker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✅ Complete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Offline Evaluator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✅ Complete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Streamlit App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✅ Complete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README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✅ Complete</a:t>
                      </a:r>
                    </a:p>
                  </a:txBody>
                  <a:tcPr>
                    <a:solidFill>
                      <a:srgbClr val="17172A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Report + Slides + Model Card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✅ Complete</a:t>
                      </a:r>
                    </a:p>
                  </a:txBody>
                  <a:tcPr>
                    <a:solidFill>
                      <a:srgbClr val="1E1E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Thank You 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</a:rPr>
              <a:t>CineAI — Hybrid Movie Recommendation System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Dataset: MovieLens Latest Small (100,836 ratings · 9,742 movies · 610 users)  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Best HitRate@10: 42% (Content-Based)  </a:t>
            </a:r>
          </a:p>
          <a:p>
            <a:pPr algn="l"/>
            <a:r>
              <a:rPr sz="1600" b="0">
                <a:solidFill>
                  <a:srgbClr val="CCCCDD"/>
                </a:solidFill>
              </a:rPr>
              <a:t>Live App: streamlit run app/streamlit_app.py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DD"/>
                </a:solidFill>
              </a:rPr>
              <a:t>Built with Python · scikit-learn · PyTorch · implicit ·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